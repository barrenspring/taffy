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  <p:sldMasterId id="2147483660" r:id="rId5"/>
  </p:sldMasterIdLst>
  <p:notesMasterIdLst>
    <p:notesMasterId r:id="rId15"/>
  </p:notesMasterIdLst>
  <p:sldIdLst>
    <p:sldId id="256" r:id="rId6"/>
    <p:sldId id="258" r:id="rId7"/>
    <p:sldId id="260" r:id="rId8"/>
    <p:sldId id="261" r:id="rId9"/>
    <p:sldId id="262" r:id="rId10"/>
    <p:sldId id="263" r:id="rId11"/>
    <p:sldId id="264" r:id="rId12"/>
    <p:sldId id="257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9" userDrawn="1">
          <p15:clr>
            <a:srgbClr val="747775"/>
          </p15:clr>
        </p15:guide>
        <p15:guide id="2" pos="284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00"/>
    <a:srgbClr val="EFE80F"/>
    <a:srgbClr val="FDF001"/>
    <a:srgbClr val="FDA201"/>
    <a:srgbClr val="FFFF00"/>
    <a:srgbClr val="FFE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29C141-E8AA-44BE-AE6B-2EB36C2899DD}" v="45" dt="2026-05-29T06:36:40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1609"/>
        <p:guide pos="2840"/>
      </p:guideLst>
    </p:cSldViewPr>
  </p:slideViewPr>
  <p:notesTextViewPr>
    <p:cViewPr>
      <p:scale>
        <a:sx n="3" d="2"/>
        <a:sy n="3" d="2"/>
      </p:scale>
      <p:origin x="0" y="-754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ffy Tian" userId="b00ebb9a-650a-4d95-97ad-add746afae9f" providerId="ADAL" clId="{4398314F-668C-423F-BC43-8F3CEF1CDBA6}"/>
    <pc:docChg chg="undo redo custSel addSld delSld modSld">
      <pc:chgData name="Taffy Tian" userId="b00ebb9a-650a-4d95-97ad-add746afae9f" providerId="ADAL" clId="{4398314F-668C-423F-BC43-8F3CEF1CDBA6}" dt="2026-05-29T06:37:36.260" v="2002" actId="20577"/>
      <pc:docMkLst>
        <pc:docMk/>
      </pc:docMkLst>
      <pc:sldChg chg="modNotesTx">
        <pc:chgData name="Taffy Tian" userId="b00ebb9a-650a-4d95-97ad-add746afae9f" providerId="ADAL" clId="{4398314F-668C-423F-BC43-8F3CEF1CDBA6}" dt="2026-05-29T06:11:33.422" v="1906" actId="20577"/>
        <pc:sldMkLst>
          <pc:docMk/>
          <pc:sldMk cId="0" sldId="256"/>
        </pc:sldMkLst>
      </pc:sldChg>
      <pc:sldChg chg="addSp delSp modSp add mod setBg">
        <pc:chgData name="Taffy Tian" userId="b00ebb9a-650a-4d95-97ad-add746afae9f" providerId="ADAL" clId="{4398314F-668C-423F-BC43-8F3CEF1CDBA6}" dt="2026-05-29T02:04:38.585" v="1877" actId="20577"/>
        <pc:sldMkLst>
          <pc:docMk/>
          <pc:sldMk cId="1060998194" sldId="257"/>
        </pc:sldMkLst>
        <pc:spChg chg="mod">
          <ac:chgData name="Taffy Tian" userId="b00ebb9a-650a-4d95-97ad-add746afae9f" providerId="ADAL" clId="{4398314F-668C-423F-BC43-8F3CEF1CDBA6}" dt="2026-05-29T02:04:38.585" v="1877" actId="20577"/>
          <ac:spMkLst>
            <pc:docMk/>
            <pc:sldMk cId="1060998194" sldId="257"/>
            <ac:spMk id="2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9:11:32.593" v="1615" actId="1076"/>
          <ac:spMkLst>
            <pc:docMk/>
            <pc:sldMk cId="1060998194" sldId="257"/>
            <ac:spMk id="4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3:42:22.150" v="775" actId="20577"/>
          <ac:spMkLst>
            <pc:docMk/>
            <pc:sldMk cId="1060998194" sldId="257"/>
            <ac:spMk id="5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3:42:26.323" v="776" actId="20577"/>
          <ac:spMkLst>
            <pc:docMk/>
            <pc:sldMk cId="1060998194" sldId="257"/>
            <ac:spMk id="8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9:11:41.180" v="1617" actId="1076"/>
          <ac:spMkLst>
            <pc:docMk/>
            <pc:sldMk cId="1060998194" sldId="257"/>
            <ac:spMk id="10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5:56:29.838" v="1364" actId="20577"/>
          <ac:spMkLst>
            <pc:docMk/>
            <pc:sldMk cId="1060998194" sldId="257"/>
            <ac:spMk id="11" creationId="{00000000-0000-0000-0000-000000000000}"/>
          </ac:spMkLst>
        </pc:spChg>
        <pc:spChg chg="add mod ord">
          <ac:chgData name="Taffy Tian" userId="b00ebb9a-650a-4d95-97ad-add746afae9f" providerId="ADAL" clId="{4398314F-668C-423F-BC43-8F3CEF1CDBA6}" dt="2026-05-27T03:37:30.938" v="717" actId="1076"/>
          <ac:spMkLst>
            <pc:docMk/>
            <pc:sldMk cId="1060998194" sldId="257"/>
            <ac:spMk id="22" creationId="{519BB6F6-D81D-0C55-A49C-6B57F4BD2F94}"/>
          </ac:spMkLst>
        </pc:spChg>
        <pc:spChg chg="add mod ord">
          <ac:chgData name="Taffy Tian" userId="b00ebb9a-650a-4d95-97ad-add746afae9f" providerId="ADAL" clId="{4398314F-668C-423F-BC43-8F3CEF1CDBA6}" dt="2026-05-27T05:57:36.165" v="1369" actId="1076"/>
          <ac:spMkLst>
            <pc:docMk/>
            <pc:sldMk cId="1060998194" sldId="257"/>
            <ac:spMk id="23" creationId="{BE3FE968-4FA2-B2E3-698F-AAB9E21F16DA}"/>
          </ac:spMkLst>
        </pc:spChg>
        <pc:spChg chg="add mod ord">
          <ac:chgData name="Taffy Tian" userId="b00ebb9a-650a-4d95-97ad-add746afae9f" providerId="ADAL" clId="{4398314F-668C-423F-BC43-8F3CEF1CDBA6}" dt="2026-05-27T05:47:32.822" v="1266" actId="1076"/>
          <ac:spMkLst>
            <pc:docMk/>
            <pc:sldMk cId="1060998194" sldId="257"/>
            <ac:spMk id="24" creationId="{D067D305-8EDF-4CC6-FF85-CD03EF91BCB5}"/>
          </ac:spMkLst>
        </pc:spChg>
        <pc:spChg chg="add mod">
          <ac:chgData name="Taffy Tian" userId="b00ebb9a-650a-4d95-97ad-add746afae9f" providerId="ADAL" clId="{4398314F-668C-423F-BC43-8F3CEF1CDBA6}" dt="2026-05-27T03:41:45.993" v="772" actId="14100"/>
          <ac:spMkLst>
            <pc:docMk/>
            <pc:sldMk cId="1060998194" sldId="257"/>
            <ac:spMk id="25" creationId="{37FBD37A-8EFB-FE40-DEFF-FBBF5039B0C7}"/>
          </ac:spMkLst>
        </pc:spChg>
        <pc:spChg chg="add mod">
          <ac:chgData name="Taffy Tian" userId="b00ebb9a-650a-4d95-97ad-add746afae9f" providerId="ADAL" clId="{4398314F-668C-423F-BC43-8F3CEF1CDBA6}" dt="2026-05-27T03:41:09.951" v="763" actId="14100"/>
          <ac:spMkLst>
            <pc:docMk/>
            <pc:sldMk cId="1060998194" sldId="257"/>
            <ac:spMk id="31" creationId="{E6581EFA-8EBA-4C86-CF29-A8B45C5C0848}"/>
          </ac:spMkLst>
        </pc:spChg>
        <pc:spChg chg="add mod">
          <ac:chgData name="Taffy Tian" userId="b00ebb9a-650a-4d95-97ad-add746afae9f" providerId="ADAL" clId="{4398314F-668C-423F-BC43-8F3CEF1CDBA6}" dt="2026-05-27T03:41:56.192" v="774" actId="14100"/>
          <ac:spMkLst>
            <pc:docMk/>
            <pc:sldMk cId="1060998194" sldId="257"/>
            <ac:spMk id="32" creationId="{55ABA9FB-7E5B-2BB4-8DED-569746154D32}"/>
          </ac:spMkLst>
        </pc:spChg>
        <pc:spChg chg="add mod">
          <ac:chgData name="Taffy Tian" userId="b00ebb9a-650a-4d95-97ad-add746afae9f" providerId="ADAL" clId="{4398314F-668C-423F-BC43-8F3CEF1CDBA6}" dt="2026-05-27T09:11:37.214" v="1616" actId="1076"/>
          <ac:spMkLst>
            <pc:docMk/>
            <pc:sldMk cId="1060998194" sldId="257"/>
            <ac:spMk id="34" creationId="{BE4F4C0F-7F01-BE22-80AC-4D0C574449DD}"/>
          </ac:spMkLst>
        </pc:spChg>
        <pc:spChg chg="add mod">
          <ac:chgData name="Taffy Tian" userId="b00ebb9a-650a-4d95-97ad-add746afae9f" providerId="ADAL" clId="{4398314F-668C-423F-BC43-8F3CEF1CDBA6}" dt="2026-05-27T05:56:32.606" v="1365" actId="20577"/>
          <ac:spMkLst>
            <pc:docMk/>
            <pc:sldMk cId="1060998194" sldId="257"/>
            <ac:spMk id="37" creationId="{F4821E38-1AB1-8D6D-5486-621F826F9879}"/>
          </ac:spMkLst>
        </pc:spChg>
        <pc:spChg chg="add mod">
          <ac:chgData name="Taffy Tian" userId="b00ebb9a-650a-4d95-97ad-add746afae9f" providerId="ADAL" clId="{4398314F-668C-423F-BC43-8F3CEF1CDBA6}" dt="2026-05-27T06:17:04.983" v="1614" actId="20577"/>
          <ac:spMkLst>
            <pc:docMk/>
            <pc:sldMk cId="1060998194" sldId="257"/>
            <ac:spMk id="38" creationId="{D2B9998C-1717-48FD-D359-170AF9A54E8C}"/>
          </ac:spMkLst>
        </pc:spChg>
        <pc:picChg chg="mod">
          <ac:chgData name="Taffy Tian" userId="b00ebb9a-650a-4d95-97ad-add746afae9f" providerId="ADAL" clId="{4398314F-668C-423F-BC43-8F3CEF1CDBA6}" dt="2026-05-27T09:11:49.018" v="1618" actId="1076"/>
          <ac:picMkLst>
            <pc:docMk/>
            <pc:sldMk cId="1060998194" sldId="257"/>
            <ac:picMk id="17" creationId="{00000000-0000-0000-0000-000000000000}"/>
          </ac:picMkLst>
        </pc:picChg>
        <pc:picChg chg="add ord">
          <ac:chgData name="Taffy Tian" userId="b00ebb9a-650a-4d95-97ad-add746afae9f" providerId="ADAL" clId="{4398314F-668C-423F-BC43-8F3CEF1CDBA6}" dt="2026-05-27T03:38:44.958" v="733" actId="167"/>
          <ac:picMkLst>
            <pc:docMk/>
            <pc:sldMk cId="1060998194" sldId="257"/>
            <ac:picMk id="26" creationId="{AE602B57-FFB8-66FF-038C-E12BE373C538}"/>
          </ac:picMkLst>
        </pc:picChg>
        <pc:picChg chg="add mod">
          <ac:chgData name="Taffy Tian" userId="b00ebb9a-650a-4d95-97ad-add746afae9f" providerId="ADAL" clId="{4398314F-668C-423F-BC43-8F3CEF1CDBA6}" dt="2026-05-27T03:45:24.689" v="811" actId="1076"/>
          <ac:picMkLst>
            <pc:docMk/>
            <pc:sldMk cId="1060998194" sldId="257"/>
            <ac:picMk id="35" creationId="{8F9DADEF-6FCD-B15D-63B2-116AD96F3861}"/>
          </ac:picMkLst>
        </pc:picChg>
        <pc:picChg chg="add mod">
          <ac:chgData name="Taffy Tian" userId="b00ebb9a-650a-4d95-97ad-add746afae9f" providerId="ADAL" clId="{4398314F-668C-423F-BC43-8F3CEF1CDBA6}" dt="2026-05-27T03:46:45.043" v="819" actId="1076"/>
          <ac:picMkLst>
            <pc:docMk/>
            <pc:sldMk cId="1060998194" sldId="257"/>
            <ac:picMk id="36" creationId="{AFF11C6C-AA1E-7366-3E41-C2F924550424}"/>
          </ac:picMkLst>
        </pc:picChg>
      </pc:sldChg>
      <pc:sldChg chg="addSp delSp modSp mod modNotesTx">
        <pc:chgData name="Taffy Tian" userId="b00ebb9a-650a-4d95-97ad-add746afae9f" providerId="ADAL" clId="{4398314F-668C-423F-BC43-8F3CEF1CDBA6}" dt="2026-05-29T06:12:23.686" v="1914" actId="20577"/>
        <pc:sldMkLst>
          <pc:docMk/>
          <pc:sldMk cId="0" sldId="258"/>
        </pc:sldMkLst>
        <pc:spChg chg="mod ord">
          <ac:chgData name="Taffy Tian" userId="b00ebb9a-650a-4d95-97ad-add746afae9f" providerId="ADAL" clId="{4398314F-668C-423F-BC43-8F3CEF1CDBA6}" dt="2026-05-27T10:00:24.891" v="184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12:12.084" v="23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36:45.387" v="29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22:04.395" v="182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15:45.206" v="8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20:55.068" v="15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6" creationId="{00000000-0000-0000-0000-000000000000}"/>
          </ac:spMkLst>
        </pc:spChg>
        <pc:spChg chg="add 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7" creationId="{880D2412-1380-1B9B-F28C-81410E8AC79F}"/>
          </ac:spMkLst>
        </pc:spChg>
        <pc:spChg chg="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19" creationId="{00000000-0000-0000-0000-000000000000}"/>
          </ac:spMkLst>
        </pc:spChg>
        <pc:spChg chg="add 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20" creationId="{E2CA118A-88A6-BA75-7DF2-B46AD90617EF}"/>
          </ac:spMkLst>
        </pc:spChg>
        <pc:spChg chg="add mod">
          <ac:chgData name="Taffy Tian" userId="b00ebb9a-650a-4d95-97ad-add746afae9f" providerId="ADAL" clId="{4398314F-668C-423F-BC43-8F3CEF1CDBA6}" dt="2026-05-27T02:36:07.466" v="288" actId="1076"/>
          <ac:spMkLst>
            <pc:docMk/>
            <pc:sldMk cId="0" sldId="258"/>
            <ac:spMk id="21" creationId="{68E38EC7-9C97-FC28-338B-277E7770BA40}"/>
          </ac:spMkLst>
        </pc:spChg>
        <pc:spChg chg="add del mod">
          <ac:chgData name="Taffy Tian" userId="b00ebb9a-650a-4d95-97ad-add746afae9f" providerId="ADAL" clId="{4398314F-668C-423F-BC43-8F3CEF1CDBA6}" dt="2026-05-27T02:36:55.940" v="299" actId="1410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20:11.906" v="154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20:17.584" v="155" actId="404"/>
          <ac:spMkLst>
            <pc:docMk/>
            <pc:sldMk cId="0" sldId="258"/>
            <ac:spMk id="25" creationId="{00000000-0000-0000-0000-000000000000}"/>
          </ac:spMkLst>
        </pc:spChg>
        <pc:picChg chg="mod">
          <ac:chgData name="Taffy Tian" userId="b00ebb9a-650a-4d95-97ad-add746afae9f" providerId="ADAL" clId="{4398314F-668C-423F-BC43-8F3CEF1CDBA6}" dt="2026-05-27T02:15:45.206" v="86" actId="1076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Taffy Tian" userId="b00ebb9a-650a-4d95-97ad-add746afae9f" providerId="ADAL" clId="{4398314F-668C-423F-BC43-8F3CEF1CDBA6}" dt="2026-05-27T02:20:55.068" v="159" actId="1076"/>
          <ac:picMkLst>
            <pc:docMk/>
            <pc:sldMk cId="0" sldId="258"/>
            <ac:picMk id="13" creationId="{00000000-0000-0000-0000-000000000000}"/>
          </ac:picMkLst>
        </pc:picChg>
        <pc:picChg chg="add mod">
          <ac:chgData name="Taffy Tian" userId="b00ebb9a-650a-4d95-97ad-add746afae9f" providerId="ADAL" clId="{4398314F-668C-423F-BC43-8F3CEF1CDBA6}" dt="2026-05-27T02:17:54.019" v="146" actId="207"/>
          <ac:picMkLst>
            <pc:docMk/>
            <pc:sldMk cId="0" sldId="258"/>
            <ac:picMk id="28" creationId="{53F45F0F-D437-B1E7-861E-D2E89295970E}"/>
          </ac:picMkLst>
        </pc:picChg>
        <pc:picChg chg="add mod">
          <ac:chgData name="Taffy Tian" userId="b00ebb9a-650a-4d95-97ad-add746afae9f" providerId="ADAL" clId="{4398314F-668C-423F-BC43-8F3CEF1CDBA6}" dt="2026-05-27T03:14:36.136" v="511" actId="692"/>
          <ac:picMkLst>
            <pc:docMk/>
            <pc:sldMk cId="0" sldId="258"/>
            <ac:picMk id="30" creationId="{C4F1DECC-197A-B6A1-FFD0-C5F398D6EE3F}"/>
          </ac:picMkLst>
        </pc:picChg>
        <pc:picChg chg="add mod">
          <ac:chgData name="Taffy Tian" userId="b00ebb9a-650a-4d95-97ad-add746afae9f" providerId="ADAL" clId="{4398314F-668C-423F-BC43-8F3CEF1CDBA6}" dt="2026-05-27T02:25:42.940" v="203" actId="1582"/>
          <ac:picMkLst>
            <pc:docMk/>
            <pc:sldMk cId="0" sldId="258"/>
            <ac:picMk id="32" creationId="{92FB8B8E-C356-4708-3B28-21BE2A4292E3}"/>
          </ac:picMkLst>
        </pc:picChg>
      </pc:sldChg>
      <pc:sldChg chg="addSp delSp modSp mod">
        <pc:chgData name="Taffy Tian" userId="b00ebb9a-650a-4d95-97ad-add746afae9f" providerId="ADAL" clId="{4398314F-668C-423F-BC43-8F3CEF1CDBA6}" dt="2026-05-29T03:31:07.041" v="1878" actId="1076"/>
        <pc:sldMkLst>
          <pc:docMk/>
          <pc:sldMk cId="0" sldId="260"/>
        </pc:sldMkLst>
        <pc:spChg chg="mod">
          <ac:chgData name="Taffy Tian" userId="b00ebb9a-650a-4d95-97ad-add746afae9f" providerId="ADAL" clId="{4398314F-668C-423F-BC43-8F3CEF1CDBA6}" dt="2026-05-27T09:17:24.092" v="165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26:05.765" v="22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9:26:52.452" v="1831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9:26:52.452" v="1831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9:26:52.452" v="1831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9:28:10.547" v="1845" actId="20577"/>
          <ac:spMkLst>
            <pc:docMk/>
            <pc:sldMk cId="0" sldId="260"/>
            <ac:spMk id="9" creationId="{00000000-0000-0000-0000-000000000000}"/>
          </ac:spMkLst>
        </pc:spChg>
        <pc:spChg chg="add mod">
          <ac:chgData name="Taffy Tian" userId="b00ebb9a-650a-4d95-97ad-add746afae9f" providerId="ADAL" clId="{4398314F-668C-423F-BC43-8F3CEF1CDBA6}" dt="2026-05-28T03:59:59.924" v="1864" actId="1076"/>
          <ac:spMkLst>
            <pc:docMk/>
            <pc:sldMk cId="0" sldId="260"/>
            <ac:spMk id="10" creationId="{A87FAA45-8B21-F483-7017-05E5B8A059D3}"/>
          </ac:spMkLst>
        </pc:spChg>
        <pc:spChg chg="mod">
          <ac:chgData name="Taffy Tian" userId="b00ebb9a-650a-4d95-97ad-add746afae9f" providerId="ADAL" clId="{4398314F-668C-423F-BC43-8F3CEF1CDBA6}" dt="2026-05-29T03:31:07.041" v="1878" actId="1076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Taffy Tian" userId="b00ebb9a-650a-4d95-97ad-add746afae9f" providerId="ADAL" clId="{4398314F-668C-423F-BC43-8F3CEF1CDBA6}" dt="2026-05-28T03:59:37.909" v="1858" actId="1076"/>
          <ac:spMkLst>
            <pc:docMk/>
            <pc:sldMk cId="0" sldId="260"/>
            <ac:spMk id="29" creationId="{240546C1-BAED-893A-A6F5-52580BDC6D75}"/>
          </ac:spMkLst>
        </pc:spChg>
        <pc:spChg chg="add mod">
          <ac:chgData name="Taffy Tian" userId="b00ebb9a-650a-4d95-97ad-add746afae9f" providerId="ADAL" clId="{4398314F-668C-423F-BC43-8F3CEF1CDBA6}" dt="2026-05-28T03:59:37.909" v="1858" actId="1076"/>
          <ac:spMkLst>
            <pc:docMk/>
            <pc:sldMk cId="0" sldId="260"/>
            <ac:spMk id="30" creationId="{7BF0ED84-A599-053A-633A-E10A6740AA6C}"/>
          </ac:spMkLst>
        </pc:spChg>
        <pc:spChg chg="add del mod">
          <ac:chgData name="Taffy Tian" userId="b00ebb9a-650a-4d95-97ad-add746afae9f" providerId="ADAL" clId="{4398314F-668C-423F-BC43-8F3CEF1CDBA6}" dt="2026-05-28T03:59:30.665" v="1857" actId="21"/>
          <ac:spMkLst>
            <pc:docMk/>
            <pc:sldMk cId="0" sldId="260"/>
            <ac:spMk id="31" creationId="{A87FAA45-8B21-F483-7017-05E5B8A059D3}"/>
          </ac:spMkLst>
        </pc:spChg>
        <pc:picChg chg="mod">
          <ac:chgData name="Taffy Tian" userId="b00ebb9a-650a-4d95-97ad-add746afae9f" providerId="ADAL" clId="{4398314F-668C-423F-BC43-8F3CEF1CDBA6}" dt="2026-05-27T09:26:52.452" v="1831" actId="1076"/>
          <ac:picMkLst>
            <pc:docMk/>
            <pc:sldMk cId="0" sldId="260"/>
            <ac:picMk id="5" creationId="{00000000-0000-0000-0000-000000000000}"/>
          </ac:picMkLst>
        </pc:picChg>
        <pc:picChg chg="add mod">
          <ac:chgData name="Taffy Tian" userId="b00ebb9a-650a-4d95-97ad-add746afae9f" providerId="ADAL" clId="{4398314F-668C-423F-BC43-8F3CEF1CDBA6}" dt="2026-05-28T03:59:59.924" v="1864" actId="1076"/>
          <ac:picMkLst>
            <pc:docMk/>
            <pc:sldMk cId="0" sldId="260"/>
            <ac:picMk id="8" creationId="{DF615A53-6C19-EB19-9094-F52F704287FC}"/>
          </ac:picMkLst>
        </pc:picChg>
        <pc:picChg chg="mod">
          <ac:chgData name="Taffy Tian" userId="b00ebb9a-650a-4d95-97ad-add746afae9f" providerId="ADAL" clId="{4398314F-668C-423F-BC43-8F3CEF1CDBA6}" dt="2026-05-27T09:26:52.452" v="1831" actId="1076"/>
          <ac:picMkLst>
            <pc:docMk/>
            <pc:sldMk cId="0" sldId="260"/>
            <ac:picMk id="11" creationId="{00000000-0000-0000-0000-000000000000}"/>
          </ac:picMkLst>
        </pc:picChg>
        <pc:picChg chg="add mod">
          <ac:chgData name="Taffy Tian" userId="b00ebb9a-650a-4d95-97ad-add746afae9f" providerId="ADAL" clId="{4398314F-668C-423F-BC43-8F3CEF1CDBA6}" dt="2026-05-28T03:59:37.909" v="1858" actId="1076"/>
          <ac:picMkLst>
            <pc:docMk/>
            <pc:sldMk cId="0" sldId="260"/>
            <ac:picMk id="20" creationId="{7E5DD817-BCAF-99ED-227A-FFD2577B4C00}"/>
          </ac:picMkLst>
        </pc:picChg>
        <pc:picChg chg="add mod">
          <ac:chgData name="Taffy Tian" userId="b00ebb9a-650a-4d95-97ad-add746afae9f" providerId="ADAL" clId="{4398314F-668C-423F-BC43-8F3CEF1CDBA6}" dt="2026-05-28T03:59:50.781" v="1863" actId="1076"/>
          <ac:picMkLst>
            <pc:docMk/>
            <pc:sldMk cId="0" sldId="260"/>
            <ac:picMk id="24" creationId="{615EB0AA-A8DE-23BB-A8B0-01827D291731}"/>
          </ac:picMkLst>
        </pc:picChg>
        <pc:picChg chg="add del mod">
          <ac:chgData name="Taffy Tian" userId="b00ebb9a-650a-4d95-97ad-add746afae9f" providerId="ADAL" clId="{4398314F-668C-423F-BC43-8F3CEF1CDBA6}" dt="2026-05-28T03:59:30.665" v="1857" actId="21"/>
          <ac:picMkLst>
            <pc:docMk/>
            <pc:sldMk cId="0" sldId="260"/>
            <ac:picMk id="28" creationId="{DF615A53-6C19-EB19-9094-F52F704287FC}"/>
          </ac:picMkLst>
        </pc:picChg>
      </pc:sldChg>
      <pc:sldChg chg="addSp delSp modSp mod modNotesTx">
        <pc:chgData name="Taffy Tian" userId="b00ebb9a-650a-4d95-97ad-add746afae9f" providerId="ADAL" clId="{4398314F-668C-423F-BC43-8F3CEF1CDBA6}" dt="2026-05-27T10:06:08.992" v="1852" actId="20577"/>
        <pc:sldMkLst>
          <pc:docMk/>
          <pc:sldMk cId="0" sldId="261"/>
        </pc:sldMkLst>
        <pc:spChg chg="mod">
          <ac:chgData name="Taffy Tian" userId="b00ebb9a-650a-4d95-97ad-add746afae9f" providerId="ADAL" clId="{4398314F-668C-423F-BC43-8F3CEF1CDBA6}" dt="2026-05-27T02:48:49.973" v="502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44:10.873" v="485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27:44.654" v="244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40:31.501" v="355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2:42:38.713" v="437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3:22:33.512" v="581" actId="1076"/>
          <ac:spMkLst>
            <pc:docMk/>
            <pc:sldMk cId="0" sldId="261"/>
            <ac:spMk id="31" creationId="{00000000-0000-0000-0000-000000000000}"/>
          </ac:spMkLst>
        </pc:spChg>
        <pc:picChg chg="add mod">
          <ac:chgData name="Taffy Tian" userId="b00ebb9a-650a-4d95-97ad-add746afae9f" providerId="ADAL" clId="{4398314F-668C-423F-BC43-8F3CEF1CDBA6}" dt="2026-05-27T03:22:33.740" v="582" actId="1076"/>
          <ac:picMkLst>
            <pc:docMk/>
            <pc:sldMk cId="0" sldId="261"/>
            <ac:picMk id="20" creationId="{D797DFE7-DBBA-F19E-6F63-E1A9E4B20D18}"/>
          </ac:picMkLst>
        </pc:picChg>
        <pc:picChg chg="mod">
          <ac:chgData name="Taffy Tian" userId="b00ebb9a-650a-4d95-97ad-add746afae9f" providerId="ADAL" clId="{4398314F-668C-423F-BC43-8F3CEF1CDBA6}" dt="2026-05-27T03:22:33.740" v="582" actId="1076"/>
          <ac:picMkLst>
            <pc:docMk/>
            <pc:sldMk cId="0" sldId="261"/>
            <ac:picMk id="24" creationId="{00000000-0000-0000-0000-000000000000}"/>
          </ac:picMkLst>
        </pc:picChg>
        <pc:picChg chg="add mod">
          <ac:chgData name="Taffy Tian" userId="b00ebb9a-650a-4d95-97ad-add746afae9f" providerId="ADAL" clId="{4398314F-668C-423F-BC43-8F3CEF1CDBA6}" dt="2026-05-27T03:24:33.883" v="600" actId="14100"/>
          <ac:picMkLst>
            <pc:docMk/>
            <pc:sldMk cId="0" sldId="261"/>
            <ac:picMk id="27" creationId="{B608CCB0-00E1-FC10-A031-DA66BDD3D2D0}"/>
          </ac:picMkLst>
        </pc:picChg>
        <pc:picChg chg="mod">
          <ac:chgData name="Taffy Tian" userId="b00ebb9a-650a-4d95-97ad-add746afae9f" providerId="ADAL" clId="{4398314F-668C-423F-BC43-8F3CEF1CDBA6}" dt="2026-05-27T03:22:33.740" v="582" actId="1076"/>
          <ac:picMkLst>
            <pc:docMk/>
            <pc:sldMk cId="0" sldId="261"/>
            <ac:picMk id="30" creationId="{00000000-0000-0000-0000-000000000000}"/>
          </ac:picMkLst>
        </pc:picChg>
      </pc:sldChg>
      <pc:sldChg chg="modSp mod">
        <pc:chgData name="Taffy Tian" userId="b00ebb9a-650a-4d95-97ad-add746afae9f" providerId="ADAL" clId="{4398314F-668C-423F-BC43-8F3CEF1CDBA6}" dt="2026-05-27T09:30:21.231" v="1846" actId="1076"/>
        <pc:sldMkLst>
          <pc:docMk/>
          <pc:sldMk cId="0" sldId="262"/>
        </pc:sldMkLst>
        <pc:spChg chg="mod">
          <ac:chgData name="Taffy Tian" userId="b00ebb9a-650a-4d95-97ad-add746afae9f" providerId="ADAL" clId="{4398314F-668C-423F-BC43-8F3CEF1CDBA6}" dt="2026-05-27T02:26:25.143" v="228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9:30:21.231" v="1846" actId="1076"/>
          <ac:spMkLst>
            <pc:docMk/>
            <pc:sldMk cId="0" sldId="262"/>
            <ac:spMk id="32" creationId="{00000000-0000-0000-0000-000000000000}"/>
          </ac:spMkLst>
        </pc:spChg>
      </pc:sldChg>
      <pc:sldChg chg="modSp mod">
        <pc:chgData name="Taffy Tian" userId="b00ebb9a-650a-4d95-97ad-add746afae9f" providerId="ADAL" clId="{4398314F-668C-423F-BC43-8F3CEF1CDBA6}" dt="2026-05-27T03:40:19.388" v="750" actId="1076"/>
        <pc:sldMkLst>
          <pc:docMk/>
          <pc:sldMk cId="0" sldId="263"/>
        </pc:sldMkLst>
        <pc:spChg chg="mod">
          <ac:chgData name="Taffy Tian" userId="b00ebb9a-650a-4d95-97ad-add746afae9f" providerId="ADAL" clId="{4398314F-668C-423F-BC43-8F3CEF1CDBA6}" dt="2026-05-27T03:40:19.388" v="750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3:27:25.342" v="602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Taffy Tian" userId="b00ebb9a-650a-4d95-97ad-add746afae9f" providerId="ADAL" clId="{4398314F-668C-423F-BC43-8F3CEF1CDBA6}" dt="2026-05-27T03:27:27.059" v="603" actId="207"/>
          <ac:spMkLst>
            <pc:docMk/>
            <pc:sldMk cId="0" sldId="263"/>
            <ac:spMk id="13" creationId="{00000000-0000-0000-0000-000000000000}"/>
          </ac:spMkLst>
        </pc:spChg>
        <pc:picChg chg="mod">
          <ac:chgData name="Taffy Tian" userId="b00ebb9a-650a-4d95-97ad-add746afae9f" providerId="ADAL" clId="{4398314F-668C-423F-BC43-8F3CEF1CDBA6}" dt="2026-05-27T03:27:33.181" v="605" actId="208"/>
          <ac:picMkLst>
            <pc:docMk/>
            <pc:sldMk cId="0" sldId="263"/>
            <ac:picMk id="14" creationId="{00000000-0000-0000-0000-000000000000}"/>
          </ac:picMkLst>
        </pc:picChg>
      </pc:sldChg>
      <pc:sldChg chg="modSp mod">
        <pc:chgData name="Taffy Tian" userId="b00ebb9a-650a-4d95-97ad-add746afae9f" providerId="ADAL" clId="{4398314F-668C-423F-BC43-8F3CEF1CDBA6}" dt="2026-05-27T02:32:05.878" v="284" actId="20577"/>
        <pc:sldMkLst>
          <pc:docMk/>
          <pc:sldMk cId="0" sldId="264"/>
        </pc:sldMkLst>
        <pc:spChg chg="mod">
          <ac:chgData name="Taffy Tian" userId="b00ebb9a-650a-4d95-97ad-add746afae9f" providerId="ADAL" clId="{4398314F-668C-423F-BC43-8F3CEF1CDBA6}" dt="2026-05-27T02:32:05.878" v="284" actId="20577"/>
          <ac:spMkLst>
            <pc:docMk/>
            <pc:sldMk cId="0" sldId="264"/>
            <ac:spMk id="10" creationId="{00000000-0000-0000-0000-000000000000}"/>
          </ac:spMkLst>
        </pc:spChg>
      </pc:sldChg>
      <pc:sldChg chg="modNotesTx">
        <pc:chgData name="Taffy Tian" userId="b00ebb9a-650a-4d95-97ad-add746afae9f" providerId="ADAL" clId="{4398314F-668C-423F-BC43-8F3CEF1CDBA6}" dt="2026-05-29T06:37:36.260" v="2002" actId="2057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各位同事，大家下午好，我是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Taffy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田芳芳，很开心今天跟大家一起参加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CSDC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round table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。首先简单介绍一下我的背景，我是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19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年硕士毕业，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年加入安永审计业务线，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25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4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月份正式转入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CSDC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，至今已在审计行业从业近七年，在安永近五年，在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csdc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工作一年多。今天，我想跟大家分享下在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CSDC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这一年来的工作总结和一些心得感受。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FY26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年审中，我作为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FIC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共承接了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个大中小型项目，团队总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chargeable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超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5000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小时，处理了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1000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多封银行函证。那在整个年审过程中，虽然也遇到了一些挑战，但是组内小朋友也比较给力，我们跟项目组沟通协作都较为顺畅，当然我自己也是每张底稿都有多次复核，最后底稿如期交付，被质检的底稿也都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100%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合格，没让经理太操心，也算是给我个人第一年的交付工作以及团队交出了较为满意的答卷。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我的经理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ryan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哥对我有一个评价是，能把复杂问题做简单，我想了想，我觉得“化繁为简”可以作为我的年度关键词，接下来，我想简单从几个具体的业务场景跟大家分享一下我是怎么应用的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首先是管理上的化繁为简。大家知道，年审期间多项目并行有一个比较大的痛点就是信息碎片化，管理难度大。像我最开始是一个项目一张表，记录了项目情况以及进度，但是项目一多这些信息还是较为零散，为了解决这个问题，我搭建了一个看板级的综合进度大表，将年审各项目的基础信息、函证进度、底稿进度及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OS\PBC list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等都放在一个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excel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表里，并建立了逾期看板。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把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张表整合成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张表，看似一个小动作，却带来了很大的效率提升，我们每天来了只需要把这个表打开，就能看到所有有用的项目信息以及进度，减少了团队成员在不同表格间的反复横跳，小朋友知道自己每天要做什么，也让我更好的掌握各项目的难点及卡点，同时我在更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SG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底稿任务以及给项目组报进度时，可以直接用这表里的信息，基本上不用太多修改。后面这个表在我们组内也实现了推广，组内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senior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都在用这个表，也方便经理进行全局把控。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前面也听到慧卿那个表也比较好，信息比较全，后续我们可以沟通交流一下，看看我们能不能整合整合，再完善下这个管理工具。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其次是具体项目上的化繁为简，体现在模板重构上。前两年审计业务线还没有强制使用标准模板，很多项目的底稿都是延续上年，我负责的科目会去主动思考更合适的思路，修改模板，会让逻辑关系和数据勾稽关系更顺，我之前做的凯莱英以及双汇等上市公司项目，重新搭建了关联方底稿以及合并抵消过程等具有一定难度的底稿，并且在次年年审中复用。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今年我的主项目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DNE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，也具有类似的挑战。这个项目要做八十多张的借款底稿，需要包括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ifrs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prc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AFS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披露内容，项目组要求是按照延续上年模板就行，但是上年的底稿各公司模板都不统一，公式也比较乱，出错率比较高，交付时间很紧张。面对这种情况，我不能简单的把任务下发给小朋友，而是在上年底稿的基础上，重新修改出一套模板，把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AFS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要披露的一些重点内容，比如流动性风险等，嵌入底稿里，另外搭建了公式，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BKD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和还款计划填好，其他信息基本可以直接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link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取数。搭好模板后，手把手给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staff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intern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教学，逐步拆解各数据之间的勾稽关系，讲解做这些东西的目的。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staff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做一两家之后给我复核，指出其中的易错点，梳理出注意事项，这样避免了一些大规模返工风险，最后这个项目的交付效率和交付质量都有显著提高。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第三个化繁为简，体现在技术突破上。我们常常会遇到一些超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万行的大数据，需要做数据筛选、透视处理等，传统的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excel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一般无法操作，我以前可能会使用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power query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，但还是具有一定局限性。今年我学会了 使用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帮忙编写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python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的脚本。大家在屏幕上看的这几张截图，是我们有一个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IPO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项目需要做月度的汇兑损益测算，需要结合期初金额和序时账得出货币性项目各月度的余额。但是这个项目一个单体公司一年的序时账都有十几个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excel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，每个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excel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都超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万行，我们人工操作可能得需要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天的时间也不一定能完成。我让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帮我写代码，然后不断调试，最后把这个时间压缩到半小时以内，把这个代码应用于其他公司，结果几分钟就能得出，并且产出的数据可以直接用于底稿。大大提高了工作效率。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除了高效完成交付任务外，我也积极的参与运营和研发的工作。在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25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年，我跟着艺姐作为主力成员参与编制了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sales TOD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SOP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编制及关键文档，并协助团队成员优化了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E1/E2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sop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。此外，还深度参与了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4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pilot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项目，总结项目执行中的难点及痛点，提出解决对策以优化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SOP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。值得一提的是，今年这几个科目也都作为新服务已经正式上线了，作为曾参与过从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建设的一份子，我感到非常荣幸。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除研发工作外，目前我正在参与质检的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kaizen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。这个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kaizen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的全名叫底稿易错点质量控制前置。我们当前的质检流程是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"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忙季质检 → 发现问题 → 反馈整改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"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的模式，这种模式具有一定的局限，比如质检滞后、覆盖面有限、整改成本高可能需要返工、交付团队压力也比较大。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我们要做的这个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kaizen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就是根据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FY26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质检发现的问题，进行总结梳理和根因分析，然后从标准底稿、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sop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、项目管理、培训拉通等多个方面提出改进建议，从源头上降低底稿出错的风险。由于这个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kaizen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涉及的面比较广，目前还在进行中。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那我对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FY27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财年的一个展望就是在质量控制上，继续推进底稿易错点质量控制前置的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kaizen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项目，持续跟进后续的改善效果；第二点就是在团队建设上，随着郑州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CSDC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的发展，我希望自己能够管理更大的团队，同时探索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在审计中的应用空间，完成更大的交付任务；第三点就是在业务拓展上，扩大我们已经上线的新底稿服务的承接规模，同时跳出舒适区，能够参与到更多全新科目的底稿研发工作中。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3525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最后我说一下感谢的话，在过去的年审中，我非常感谢经理</a:t>
            </a:r>
            <a:r>
              <a:rPr lang="en-US" altLang="zh-CN" dirty="0" err="1"/>
              <a:t>ryan</a:t>
            </a:r>
            <a:r>
              <a:rPr lang="zh-CN" altLang="en-US" dirty="0"/>
              <a:t>哥对我的帮助，</a:t>
            </a:r>
            <a:r>
              <a:rPr lang="en-US" altLang="zh-CN" dirty="0" err="1"/>
              <a:t>ryan</a:t>
            </a:r>
            <a:r>
              <a:rPr lang="zh-CN" altLang="en-US" dirty="0"/>
              <a:t>哥在</a:t>
            </a:r>
            <a:r>
              <a:rPr lang="en-US" altLang="zh-CN" dirty="0"/>
              <a:t>AI</a:t>
            </a:r>
            <a:r>
              <a:rPr lang="zh-CN" altLang="en-US" dirty="0"/>
              <a:t>工具的应用上真的很熟练，经常能给我一些新的启发。</a:t>
            </a:r>
            <a:r>
              <a:rPr lang="en-US" altLang="zh-CN" dirty="0" err="1"/>
              <a:t>ryan</a:t>
            </a:r>
            <a:r>
              <a:rPr lang="zh-CN" altLang="en-US" dirty="0"/>
              <a:t>哥也是一个非常</a:t>
            </a:r>
            <a:r>
              <a:rPr lang="en-US" altLang="zh-CN" dirty="0"/>
              <a:t>peace</a:t>
            </a:r>
            <a:r>
              <a:rPr lang="zh-CN" altLang="en-US" dirty="0"/>
              <a:t>的人，对我们团队人员都非常的</a:t>
            </a:r>
            <a:r>
              <a:rPr lang="en-US" altLang="zh-CN" dirty="0"/>
              <a:t>nice</a:t>
            </a:r>
            <a:r>
              <a:rPr lang="zh-CN" altLang="en-US"/>
              <a:t>，我们组内氛围非常好，大家工作的时候没有过多的思想负担。</a:t>
            </a:r>
            <a:r>
              <a:rPr lang="zh-CN" altLang="en-US" dirty="0"/>
              <a:t>另外也非常感谢艺姐，艺姐的管理能力和研发能力让我受益匪浅，希望今后有机会还可以跟着艺姐参与研发工作。</a:t>
            </a:r>
          </a:p>
          <a:p>
            <a:r>
              <a:rPr lang="zh-CN" altLang="en-US" dirty="0"/>
              <a:t>最后的最后呢，我想总结一下，作为一个成熟的职场人，不仅仅要把手头的活做好，更能够带着团队一起把路走宽，从“高效执行”到“团队管理与流程优化”，这也是我给自己的期望。我希望在新的财年，能以更成熟的姿态，和大家一起聚信心塑未来，为郑州</a:t>
            </a:r>
            <a:r>
              <a:rPr lang="en-US" altLang="zh-CN" dirty="0"/>
              <a:t>CSDC</a:t>
            </a:r>
            <a:r>
              <a:rPr lang="zh-CN" altLang="en-US" dirty="0"/>
              <a:t>的发展贡献更多的力量。谢谢大家！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5.sv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svg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jpeg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tags" Target="../tags/tag9.xml"/><Relationship Id="rId21" Type="http://schemas.openxmlformats.org/officeDocument/2006/relationships/image" Target="../media/image20.svg"/><Relationship Id="rId7" Type="http://schemas.openxmlformats.org/officeDocument/2006/relationships/notesSlide" Target="../notesSlides/notesSlide2.xml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tags" Target="../tags/tag8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0.svg"/><Relationship Id="rId5" Type="http://schemas.openxmlformats.org/officeDocument/2006/relationships/tags" Target="../tags/tag11.xml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tags" Target="../tags/tag10.xml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8.pn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7.jpe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8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7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8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8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8.svg"/><Relationship Id="rId4" Type="http://schemas.openxmlformats.org/officeDocument/2006/relationships/image" Target="../media/image54.jpeg"/><Relationship Id="rId9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42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60.png"/><Relationship Id="rId2" Type="http://schemas.openxmlformats.org/officeDocument/2006/relationships/tags" Target="../tags/tag13.xml"/><Relationship Id="rId16" Type="http://schemas.openxmlformats.org/officeDocument/2006/relationships/image" Target="../media/image33.sv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59.png"/><Relationship Id="rId5" Type="http://schemas.openxmlformats.org/officeDocument/2006/relationships/tags" Target="../tags/tag16.xml"/><Relationship Id="rId15" Type="http://schemas.openxmlformats.org/officeDocument/2006/relationships/image" Target="../media/image32.png"/><Relationship Id="rId10" Type="http://schemas.openxmlformats.org/officeDocument/2006/relationships/notesSlide" Target="../notesSlides/notesSlide8.xml"/><Relationship Id="rId4" Type="http://schemas.openxmlformats.org/officeDocument/2006/relationships/tags" Target="../tags/tag15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4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40510"/>
            <a:ext cx="846709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从“高效执行</a:t>
            </a:r>
            <a:r>
              <a:rPr lang="en-US" sz="4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到“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团队管理与流程优化</a:t>
            </a:r>
            <a:r>
              <a:rPr lang="en-US" sz="4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3767455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E600"/>
                </a:solidFill>
                <a:latin typeface="+mj-lt"/>
                <a:ea typeface="Noto Sans SC" panose="020B0200000000000000" charset="-122"/>
                <a:cs typeface="+mj-lt"/>
                <a:sym typeface="Noto Sans SC" panose="020B0200000000000000" charset="-122"/>
              </a:rPr>
              <a:t>FY26  </a:t>
            </a:r>
            <a:r>
              <a:rPr lang="en-US" altLang="zh-CN" sz="3200" b="1" i="0" u="none" strike="noStrike" dirty="0">
                <a:solidFill>
                  <a:srgbClr val="FFE600"/>
                </a:solidFill>
                <a:latin typeface="+mj-lt"/>
                <a:ea typeface="Noto Sans SC" panose="020B0200000000000000" charset="-122"/>
                <a:cs typeface="+mj-lt"/>
                <a:sym typeface="Noto Sans SC" panose="020B0200000000000000" charset="-122"/>
              </a:rPr>
              <a:t>CSDC Round Table Presentation</a:t>
            </a: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016000" y="5334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282828">
              <a:alpha val="7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6500" y="568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1714500" y="54864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en-US" sz="18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Taffy Tian</a:t>
            </a:r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4508500" y="5334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282828">
              <a:alpha val="7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99000" y="5689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5207000" y="54864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汇报日期：</a:t>
            </a:r>
            <a:r>
              <a:rPr lang="en-US" sz="18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2026.05</a:t>
            </a:r>
          </a:p>
        </p:txBody>
      </p:sp>
      <p:pic>
        <p:nvPicPr>
          <p:cNvPr id="1026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700" y="6000955"/>
            <a:ext cx="2241550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4"/>
          <p:cNvSpPr/>
          <p:nvPr/>
        </p:nvSpPr>
        <p:spPr>
          <a:xfrm>
            <a:off x="6235700" y="165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9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FY26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交付</a:t>
            </a:r>
            <a:r>
              <a:rPr lang="zh-CN" altLang="en-US" sz="32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工作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</a:p>
        </p:txBody>
      </p:sp>
      <p:sp>
        <p:nvSpPr>
          <p:cNvPr id="4" name="AutoShape 4"/>
          <p:cNvSpPr/>
          <p:nvPr/>
        </p:nvSpPr>
        <p:spPr>
          <a:xfrm>
            <a:off x="780847" y="1651000"/>
            <a:ext cx="5233015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68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17701" y="1905000"/>
            <a:ext cx="3779939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altLang="zh-CN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年审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</a:t>
            </a:r>
            <a:r>
              <a:rPr lang="en-US" sz="1600" b="1" i="0" u="none" strike="noStrike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Staff + 2 </a:t>
            </a:r>
            <a:r>
              <a:rPr lang="en-US" sz="1600" b="1" i="0" u="none" strike="noStrike" dirty="0" err="1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Intern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团队，负责项目全流程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高效高质交付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8984" y="3944374"/>
            <a:ext cx="25908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5984" y="4198374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43984" y="4198374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大中小型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endParaRPr lang="en-US" sz="1200" dirty="0"/>
          </a:p>
        </p:txBody>
      </p:sp>
      <p:sp>
        <p:nvSpPr>
          <p:cNvPr id="11" name="AutoShape 11"/>
          <p:cNvSpPr/>
          <p:nvPr/>
        </p:nvSpPr>
        <p:spPr>
          <a:xfrm>
            <a:off x="608984" y="4856316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4000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3402984" y="3944374"/>
            <a:ext cx="2645494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91884" y="4200832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940277" y="4191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</a:t>
            </a: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Chargeable</a:t>
            </a:r>
            <a:endParaRPr lang="en-US" sz="1200" dirty="0"/>
          </a:p>
        </p:txBody>
      </p:sp>
      <p:sp>
        <p:nvSpPr>
          <p:cNvPr id="15" name="AutoShape 15"/>
          <p:cNvSpPr/>
          <p:nvPr/>
        </p:nvSpPr>
        <p:spPr>
          <a:xfrm>
            <a:off x="3453784" y="4857545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5000+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小时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268270" y="3957074"/>
            <a:ext cx="2518494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030269" y="4211074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银行函证</a:t>
            </a:r>
            <a:endParaRPr lang="en-US" sz="1200" dirty="0"/>
          </a:p>
        </p:txBody>
      </p:sp>
      <p:sp>
        <p:nvSpPr>
          <p:cNvPr id="19" name="AutoShape 19"/>
          <p:cNvSpPr/>
          <p:nvPr/>
        </p:nvSpPr>
        <p:spPr>
          <a:xfrm>
            <a:off x="6190124" y="4890115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1000+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</a:t>
            </a:r>
            <a:endParaRPr lang="en-US" sz="1100" dirty="0"/>
          </a:p>
        </p:txBody>
      </p:sp>
      <p:sp>
        <p:nvSpPr>
          <p:cNvPr id="22" name="AutoShape 8"/>
          <p:cNvSpPr/>
          <p:nvPr>
            <p:custDataLst>
              <p:tags r:id="rId1"/>
            </p:custDataLst>
          </p:nvPr>
        </p:nvSpPr>
        <p:spPr>
          <a:xfrm>
            <a:off x="6268270" y="1630107"/>
            <a:ext cx="5068324" cy="177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24" name="AutoShape 10"/>
          <p:cNvSpPr/>
          <p:nvPr>
            <p:custDataLst>
              <p:tags r:id="rId2"/>
            </p:custDataLst>
          </p:nvPr>
        </p:nvSpPr>
        <p:spPr>
          <a:xfrm>
            <a:off x="7480301" y="1991851"/>
            <a:ext cx="2692400" cy="4588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年度关键词</a:t>
            </a:r>
            <a:endParaRPr lang="en-US" sz="1050" dirty="0"/>
          </a:p>
        </p:txBody>
      </p:sp>
      <p:sp>
        <p:nvSpPr>
          <p:cNvPr id="25" name="AutoShape 11"/>
          <p:cNvSpPr/>
          <p:nvPr>
            <p:custDataLst>
              <p:tags r:id="rId3"/>
            </p:custDataLst>
          </p:nvPr>
        </p:nvSpPr>
        <p:spPr>
          <a:xfrm>
            <a:off x="7437748" y="1999225"/>
            <a:ext cx="3454193" cy="14912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化繁为简</a:t>
            </a:r>
            <a:endParaRPr lang="en-US" sz="3200" b="1" i="0" u="none" strike="noStrike" dirty="0">
              <a:solidFill>
                <a:srgbClr val="FAD20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0"/>
          <p:cNvSpPr/>
          <p:nvPr>
            <p:custDataLst>
              <p:tags r:id="rId4"/>
            </p:custDataLst>
          </p:nvPr>
        </p:nvSpPr>
        <p:spPr>
          <a:xfrm>
            <a:off x="1917702" y="1905000"/>
            <a:ext cx="2692400" cy="4588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团队管理</a:t>
            </a:r>
            <a:endParaRPr lang="en-US" sz="1050" dirty="0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880D2412-1380-1B9B-F28C-81410E8AC79F}"/>
              </a:ext>
            </a:extLst>
          </p:cNvPr>
          <p:cNvSpPr/>
          <p:nvPr/>
        </p:nvSpPr>
        <p:spPr>
          <a:xfrm>
            <a:off x="9007580" y="3937000"/>
            <a:ext cx="2518494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8">
            <a:extLst>
              <a:ext uri="{FF2B5EF4-FFF2-40B4-BE49-F238E27FC236}">
                <a16:creationId xmlns:a16="http://schemas.microsoft.com/office/drawing/2014/main" id="{E2CA118A-88A6-BA75-7DF2-B46AD90617EF}"/>
              </a:ext>
            </a:extLst>
          </p:cNvPr>
          <p:cNvSpPr/>
          <p:nvPr/>
        </p:nvSpPr>
        <p:spPr>
          <a:xfrm>
            <a:off x="9769579" y="4191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质检成绩</a:t>
            </a:r>
            <a:endParaRPr lang="en-US" sz="1200" dirty="0"/>
          </a:p>
        </p:txBody>
      </p:sp>
      <p:sp>
        <p:nvSpPr>
          <p:cNvPr id="21" name="AutoShape 19">
            <a:extLst>
              <a:ext uri="{FF2B5EF4-FFF2-40B4-BE49-F238E27FC236}">
                <a16:creationId xmlns:a16="http://schemas.microsoft.com/office/drawing/2014/main" id="{68E38EC7-9C97-FC28-338B-277E7770BA40}"/>
              </a:ext>
            </a:extLst>
          </p:cNvPr>
          <p:cNvSpPr/>
          <p:nvPr/>
        </p:nvSpPr>
        <p:spPr>
          <a:xfrm>
            <a:off x="8924518" y="4869222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r>
              <a:rPr lang="zh-CN" altLang="en-US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合格</a:t>
            </a:r>
            <a:r>
              <a:rPr lang="en-US" sz="4000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 dirty="0"/>
          </a:p>
        </p:txBody>
      </p:sp>
      <p:pic>
        <p:nvPicPr>
          <p:cNvPr id="28" name="Picture 9">
            <a:extLst>
              <a:ext uri="{FF2B5EF4-FFF2-40B4-BE49-F238E27FC236}">
                <a16:creationId xmlns:a16="http://schemas.microsoft.com/office/drawing/2014/main" id="{53F45F0F-D437-B1E7-861E-D2E89295970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01975" y="4191000"/>
            <a:ext cx="511379" cy="461891"/>
          </a:xfrm>
          <a:prstGeom prst="rect">
            <a:avLst/>
          </a:prstGeom>
        </p:spPr>
      </p:pic>
      <p:pic>
        <p:nvPicPr>
          <p:cNvPr id="30" name="Picture 11">
            <a:extLst>
              <a:ext uri="{FF2B5EF4-FFF2-40B4-BE49-F238E27FC236}">
                <a16:creationId xmlns:a16="http://schemas.microsoft.com/office/drawing/2014/main" id="{C4F1DECC-197A-B6A1-FFD0-C5F398D6EE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09160" y="4208616"/>
            <a:ext cx="429549" cy="429549"/>
          </a:xfrm>
          <a:prstGeom prst="rect">
            <a:avLst/>
          </a:prstGeom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92FB8B8E-C356-4708-3B28-21BE2A4292E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21235" y="2014440"/>
            <a:ext cx="582301" cy="582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39914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化繁为简之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一：全局统筹与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精准管控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08000" y="1337772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5272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1528272"/>
            <a:ext cx="4114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痛点：信息碎片化，管理风险高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年审期间多项目并行，信息</a:t>
            </a:r>
            <a:r>
              <a:rPr lang="zh-CN" altLang="en-US" sz="14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碎片化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0" i="0" u="none" strike="noStrike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极易因信息差引发管理“暴雷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14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；一项目一表，进度把控成本高</a:t>
            </a:r>
            <a:endParaRPr lang="en-US" sz="1400" b="0" i="0" u="none" strike="noStrike" dirty="0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96000" y="1337772"/>
            <a:ext cx="5334000" cy="1397000"/>
          </a:xfrm>
          <a:prstGeom prst="roundRect">
            <a:avLst>
              <a:gd name="adj" fmla="val 6666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042355" y="1528272"/>
            <a:ext cx="4114800" cy="10793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解法：搭建“看板级”综合进度大表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r>
              <a:rPr lang="zh-CN" altLang="en-US" sz="1400" b="1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</a:t>
            </a:r>
            <a:r>
              <a:rPr lang="en-US" sz="1400" b="1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r>
              <a:rPr lang="zh-CN" altLang="en-US" sz="1400" b="1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基础信息、函证进度、底稿进度及</a:t>
            </a:r>
            <a:r>
              <a:rPr lang="en-US" altLang="zh-CN" sz="1400" b="1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</a:t>
            </a:r>
            <a:r>
              <a:rPr lang="en-US" sz="1400" b="1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、PBC提供</a:t>
            </a:r>
            <a:r>
              <a:rPr lang="zh-CN" altLang="en-US" sz="1400" b="1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情况</a:t>
            </a:r>
            <a:r>
              <a:rPr lang="en-US" sz="1400" b="0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等核心信息整合</a:t>
            </a:r>
            <a:r>
              <a:rPr lang="zh-CN" altLang="en-US" sz="1400" b="0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成一张表</a:t>
            </a:r>
            <a:r>
              <a:rPr lang="en-US" sz="1400" b="0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0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r>
              <a:rPr lang="zh-CN" altLang="en-US" sz="1400" b="0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项目管理闭环；提升管理效率并</a:t>
            </a:r>
            <a:r>
              <a:rPr lang="zh-CN" altLang="en-US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</a:t>
            </a:r>
            <a:r>
              <a:rPr lang="zh-CN" altLang="en-US" sz="1400" b="0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组内推广</a:t>
            </a:r>
            <a:endParaRPr lang="en-US" sz="1400" b="0" i="0" u="none" strike="noStrike" dirty="0">
              <a:solidFill>
                <a:srgbClr val="4A4A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9758" y="1655272"/>
            <a:ext cx="528484" cy="528484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365500" y="6224961"/>
            <a:ext cx="4953000" cy="5786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1" u="none" strike="noStrike" dirty="0" err="1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图示：综合项目进度</a:t>
            </a:r>
            <a:r>
              <a:rPr lang="zh-CN" altLang="en-US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表部分截图</a:t>
            </a:r>
            <a:r>
              <a:rPr lang="en-US" sz="1300" b="0" i="1" u="none" strike="noStrike" dirty="0" err="1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E5DD817-BCAF-99ED-227A-FFD2577B4C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" y="4072544"/>
            <a:ext cx="11173541" cy="84541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15EB0AA-A8DE-23BB-A8B0-01827D2917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5244629"/>
            <a:ext cx="11174361" cy="1120832"/>
          </a:xfrm>
          <a:prstGeom prst="rect">
            <a:avLst/>
          </a:prstGeom>
        </p:spPr>
      </p:pic>
      <p:sp>
        <p:nvSpPr>
          <p:cNvPr id="29" name="AutoShape 14">
            <a:extLst>
              <a:ext uri="{FF2B5EF4-FFF2-40B4-BE49-F238E27FC236}">
                <a16:creationId xmlns:a16="http://schemas.microsoft.com/office/drawing/2014/main" id="{240546C1-BAED-893A-A6F5-52580BDC6D75}"/>
              </a:ext>
            </a:extLst>
          </p:cNvPr>
          <p:cNvSpPr/>
          <p:nvPr/>
        </p:nvSpPr>
        <p:spPr>
          <a:xfrm>
            <a:off x="-1616587" y="3679800"/>
            <a:ext cx="4953000" cy="5786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底稿进度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30" name="AutoShape 14">
            <a:extLst>
              <a:ext uri="{FF2B5EF4-FFF2-40B4-BE49-F238E27FC236}">
                <a16:creationId xmlns:a16="http://schemas.microsoft.com/office/drawing/2014/main" id="{7BF0ED84-A599-053A-633A-E10A6740AA6C}"/>
              </a:ext>
            </a:extLst>
          </p:cNvPr>
          <p:cNvSpPr/>
          <p:nvPr/>
        </p:nvSpPr>
        <p:spPr>
          <a:xfrm>
            <a:off x="-1616587" y="4840714"/>
            <a:ext cx="4953000" cy="5786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函证进度</a:t>
            </a:r>
            <a:endParaRPr lang="en-US" sz="1100" b="1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615A53-6C19-EB19-9094-F52F704287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58" y="3111840"/>
            <a:ext cx="11185422" cy="634886"/>
          </a:xfrm>
          <a:prstGeom prst="rect">
            <a:avLst/>
          </a:prstGeom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A87FAA45-8B21-F483-7017-05E5B8A059D3}"/>
              </a:ext>
            </a:extLst>
          </p:cNvPr>
          <p:cNvSpPr/>
          <p:nvPr/>
        </p:nvSpPr>
        <p:spPr>
          <a:xfrm>
            <a:off x="-1473200" y="2698129"/>
            <a:ext cx="4953000" cy="5786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1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项目信息汇总</a:t>
            </a:r>
            <a:endParaRPr lang="en-US" sz="11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8"/>
          <p:cNvSpPr/>
          <p:nvPr/>
        </p:nvSpPr>
        <p:spPr>
          <a:xfrm>
            <a:off x="5715000" y="5384800"/>
            <a:ext cx="5715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4"/>
          <p:cNvSpPr/>
          <p:nvPr/>
        </p:nvSpPr>
        <p:spPr>
          <a:xfrm>
            <a:off x="5715000" y="4044950"/>
            <a:ext cx="5715000" cy="1079500"/>
          </a:xfrm>
          <a:prstGeom prst="roundRect">
            <a:avLst>
              <a:gd name="adj" fmla="val 11764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373376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化繁为简之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二：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模板重构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人才赋能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715000" y="1416050"/>
            <a:ext cx="5715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5500" y="164465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154305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项目挑战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主项目</a:t>
            </a:r>
            <a:r>
              <a:rPr lang="en-US" altLang="zh-CN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DNE</a:t>
            </a:r>
            <a:r>
              <a:rPr lang="en-US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：80+ </a:t>
            </a:r>
            <a:r>
              <a:rPr lang="en-US" b="1" dirty="0" err="1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张借款底稿</a:t>
            </a:r>
            <a:r>
              <a:rPr lang="en-US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需包含</a:t>
            </a:r>
            <a:r>
              <a:rPr lang="en-US" altLang="zh-CN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RC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AFS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披露内容；上年底稿模板及公式较为混乱，出错率较高；交付时间紧，任务重</a:t>
            </a:r>
            <a:endParaRPr lang="en-US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15000" y="2736850"/>
            <a:ext cx="5715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5500" y="296545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286385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破局思维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拒绝简单下发任务，主导并推行“</a:t>
            </a:r>
            <a:r>
              <a:rPr lang="en-US" b="1" i="0" u="none" strike="noStrike" dirty="0" err="1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消化</a:t>
            </a:r>
            <a:r>
              <a:rPr lang="en-US" b="1" i="0" u="none" strike="noStrike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➔ </a:t>
            </a:r>
            <a:r>
              <a:rPr lang="en-US" b="1" i="0" u="none" strike="noStrike" dirty="0" err="1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</a:t>
            </a:r>
            <a:r>
              <a:rPr lang="en-US" b="1" i="0" u="none" strike="noStrike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➔ </a:t>
            </a:r>
            <a:r>
              <a:rPr lang="zh-CN" altLang="en-US" b="1" i="0" u="none" strike="noStrike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人才</a:t>
            </a:r>
            <a:r>
              <a:rPr lang="en-US" b="1" i="0" u="none" strike="noStrike" dirty="0" err="1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</a:t>
            </a:r>
            <a:r>
              <a:rPr lang="en-US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”闭环管理模式</a:t>
            </a:r>
            <a:endParaRPr lang="en-US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05500" y="43053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04000" y="42037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600" b="1" dirty="0" err="1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落地动作</a:t>
            </a:r>
            <a:r>
              <a:rPr lang="en-US" sz="1600" b="1" dirty="0">
                <a:solidFill>
                  <a:srgbClr val="FAD20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</a:p>
          <a:p>
            <a:pPr>
              <a:defRPr/>
            </a:pPr>
            <a:r>
              <a:rPr lang="en-US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统一标准化模板</a:t>
            </a: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</a:t>
            </a:r>
            <a:r>
              <a:rPr lang="zh-CN" altLang="en-US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搭建公式实现自动取数→ </a:t>
            </a:r>
            <a:r>
              <a:rPr lang="en-US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</a:t>
            </a:r>
            <a:r>
              <a:rPr lang="zh-CN" alt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易错点</a:t>
            </a: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zh-CN" alt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手把手带教</a:t>
            </a:r>
            <a:r>
              <a:rPr lang="en-US" altLang="zh-CN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staff</a:t>
            </a:r>
            <a:r>
              <a:rPr lang="zh-CN" alt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intern</a:t>
            </a:r>
            <a:r>
              <a:rPr lang="zh-CN" alt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掌握底稿核心点</a:t>
            </a:r>
            <a:endParaRPr lang="en-US" b="0" i="0" u="none" strike="noStrike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5500" y="56261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604000" y="5524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价值产出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600" b="1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defRPr/>
            </a:pPr>
            <a:r>
              <a:rPr lang="en-US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从源头规避了潜在大规模返工风险，显著提升了交付效率与质量</a:t>
            </a:r>
            <a:r>
              <a:rPr lang="zh-CN" altLang="en-US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；驱动</a:t>
            </a:r>
            <a:r>
              <a:rPr lang="en-US" altLang="zh-CN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staff</a:t>
            </a:r>
            <a:r>
              <a:rPr lang="zh-CN" altLang="en-US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从“机械填数”到“业务研判”转型</a:t>
            </a:r>
            <a:endParaRPr lang="en-US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548064"/>
            <a:ext cx="4529799" cy="100466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5585141"/>
            <a:ext cx="4529799" cy="770489"/>
          </a:xfrm>
          <a:prstGeom prst="rect">
            <a:avLst/>
          </a:prstGeom>
        </p:spPr>
      </p:pic>
      <p:sp>
        <p:nvSpPr>
          <p:cNvPr id="31" name="AutoShape 14"/>
          <p:cNvSpPr/>
          <p:nvPr/>
        </p:nvSpPr>
        <p:spPr>
          <a:xfrm>
            <a:off x="508000" y="602293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1" u="none" strike="noStrike" dirty="0" err="1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</a:t>
            </a:r>
            <a:r>
              <a:rPr lang="en-US" altLang="zh-CN" sz="1300" b="0" i="1" u="none" strike="noStrike" dirty="0" err="1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DNE</a:t>
            </a:r>
            <a:r>
              <a:rPr lang="zh-CN" altLang="en-US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项目借款底稿</a:t>
            </a:r>
            <a:r>
              <a:rPr lang="en-US" altLang="zh-CN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AFS</a:t>
            </a:r>
            <a:r>
              <a:rPr lang="zh-CN" altLang="en-US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</a:t>
            </a:r>
            <a:r>
              <a:rPr lang="en-US" altLang="zh-CN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cash flow</a:t>
            </a:r>
            <a:r>
              <a:rPr lang="zh-CN" altLang="en-US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部分内容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797DFE7-DBBA-F19E-6F63-E1A9E4B20D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2736850"/>
            <a:ext cx="4529799" cy="185860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608CCB0-00E1-FC10-A031-DA66BDD3D2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1347824"/>
            <a:ext cx="4529800" cy="1391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4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409254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化繁为简之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三：技术赋能与效率突破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310954"/>
            <a:ext cx="5334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0771" y="1304604"/>
            <a:ext cx="76200" cy="1079500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5999" y="1501453"/>
            <a:ext cx="357619" cy="357619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463354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百万行级海量序时账，传统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Excel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处理遭遇算力瓶颈，卡顿与崩溃频发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2580954"/>
            <a:ext cx="5334000" cy="1079500"/>
          </a:xfrm>
          <a:prstGeom prst="roundRect">
            <a:avLst>
              <a:gd name="adj" fmla="val 9411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2" name="AutoShape 12"/>
          <p:cNvSpPr/>
          <p:nvPr/>
        </p:nvSpPr>
        <p:spPr>
          <a:xfrm>
            <a:off x="1524000" y="2733354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</a:t>
            </a:r>
            <a:endParaRPr lang="en-US" sz="1800" b="1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辅助编写的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Python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脚本，实现数据清洗、筛选与处理的全流程自动化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3850954"/>
            <a:ext cx="5334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3850954"/>
            <a:ext cx="76200" cy="1079500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9589" y="4022862"/>
            <a:ext cx="357619" cy="357619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003354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产出数据</a:t>
            </a:r>
            <a:r>
              <a:rPr lang="zh-CN" altLang="en-US" sz="13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直接用于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后续审计底稿，将原本需要数天的工作缩短至数小时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247136"/>
            <a:ext cx="10668000" cy="137527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0" y="1313232"/>
            <a:ext cx="5080000" cy="3385348"/>
          </a:xfrm>
          <a:prstGeom prst="rect">
            <a:avLst/>
          </a:prstGeom>
        </p:spPr>
      </p:pic>
      <p:sp>
        <p:nvSpPr>
          <p:cNvPr id="32" name="AutoShape 14"/>
          <p:cNvSpPr/>
          <p:nvPr/>
        </p:nvSpPr>
        <p:spPr>
          <a:xfrm>
            <a:off x="6272792" y="4440487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1" u="none" strike="noStrike" dirty="0" err="1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</a:t>
            </a:r>
            <a:r>
              <a:rPr lang="en-US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在海量</a:t>
            </a:r>
            <a:r>
              <a:rPr lang="en-US" altLang="zh-CN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JE</a:t>
            </a:r>
            <a:r>
              <a:rPr lang="zh-CN" altLang="en-US" sz="1300" b="0" i="1" u="none" strike="noStrike" dirty="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中得出货币性项目不同币种各月末余额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33" name="Graphic 32" descr="Lights On with solid fill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2691" y="2673968"/>
            <a:ext cx="380928" cy="380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4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研发：协同开发与标准落地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15621"/>
            <a:ext cx="5207000" cy="1988457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15621"/>
            <a:ext cx="5207000" cy="107042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2060121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98864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SOP编制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zh-CN" altLang="en-US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作为主力成员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编制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Sales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TOD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SOP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及关键文档，协助团队优化</a:t>
            </a:r>
            <a:r>
              <a:rPr lang="en-US" altLang="zh-CN" sz="1600" b="1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E1/E2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SOP</a:t>
            </a:r>
            <a:endParaRPr lang="en-US" sz="16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15621"/>
            <a:ext cx="5207000" cy="1988457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615620"/>
            <a:ext cx="5207000" cy="107041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2060121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" y="4169229"/>
            <a:ext cx="10668000" cy="1856921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169229"/>
            <a:ext cx="127000" cy="1856921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7000" y="4692650"/>
            <a:ext cx="771979" cy="771979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685143" y="4526189"/>
            <a:ext cx="812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r>
              <a:rPr lang="en-US" sz="2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标准建立、推出新服务</a:t>
            </a:r>
            <a:endParaRPr lang="en-US" sz="1100" dirty="0"/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lang="en-US" altLang="zh-CN" sz="16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CSDC WP COE</a:t>
            </a:r>
            <a:r>
              <a:rPr lang="zh-CN" altLang="en-US" sz="16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推出新的底稿服务，为审计团队高效、高质量的执行审计程序提供有力的支持；标准化流程确保交付底稿持续“稳定、可靠”。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7"/>
          <p:cNvSpPr/>
          <p:nvPr/>
        </p:nvSpPr>
        <p:spPr>
          <a:xfrm>
            <a:off x="7119374" y="1806121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Pilot</a:t>
            </a:r>
            <a:r>
              <a:rPr lang="zh-CN" altLang="en-US" sz="20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</a:p>
          <a:p>
            <a:pPr>
              <a:lnSpc>
                <a:spcPct val="117000"/>
              </a:lnSpc>
              <a:spcBef>
                <a:spcPts val="1600"/>
              </a:spcBef>
            </a:pPr>
            <a:r>
              <a:rPr lang="zh-CN" altLang="en-US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深度参与</a:t>
            </a:r>
            <a:r>
              <a:rPr lang="en-US" altLang="zh-CN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altLang="zh-CN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pilot</a:t>
            </a:r>
            <a:r>
              <a:rPr lang="zh-CN" altLang="en-US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项目，总结项目执行中的难点及痛点，提出解决对策以优化</a:t>
            </a:r>
            <a:r>
              <a:rPr lang="en-US" altLang="zh-CN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SOP</a:t>
            </a:r>
            <a:endParaRPr lang="en-US" sz="16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KaiZen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：持续改善与精益管理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6666" r="16666"/>
          <a:stretch>
            <a:fillRect/>
          </a:stretch>
        </p:blipFill>
        <p:spPr>
          <a:xfrm>
            <a:off x="762000" y="1905000"/>
            <a:ext cx="4318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588000" y="1737852"/>
            <a:ext cx="584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2055352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548284" y="1928352"/>
            <a:ext cx="4627716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项目参与：底稿易错点</a:t>
            </a:r>
            <a:r>
              <a:rPr lang="zh-CN" alt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质量控制前置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zh-CN" altLang="en-US" sz="14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</a:t>
            </a:r>
            <a:r>
              <a:rPr lang="zh-CN" altLang="en-US" sz="14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质检</a:t>
            </a:r>
            <a:r>
              <a:rPr lang="en-US" altLang="zh-CN" sz="14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Kaizen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改进项目，聚焦底稿中的高频易错点，推动流程标准化与规范化</a:t>
            </a:r>
            <a:endParaRPr lang="en-US" sz="14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588000" y="3388852"/>
            <a:ext cx="584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2000" y="3706352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548284" y="3579352"/>
            <a:ext cx="4627716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动作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问题梳理</a:t>
            </a:r>
            <a:r>
              <a:rPr lang="zh-CN" altLang="en-US" sz="18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根因分析</a:t>
            </a:r>
            <a:r>
              <a:rPr lang="zh-CN" altLang="en-US" sz="18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</a:t>
            </a:r>
            <a:r>
              <a:rPr lang="zh-CN" alt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改进措施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复盘FY26高频问题，</a:t>
            </a:r>
            <a:r>
              <a:rPr lang="en-US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开展根因分析 (RCA)，</a:t>
            </a:r>
            <a:r>
              <a:rPr lang="zh-CN" altLang="en-US" sz="14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从标准底稿、</a:t>
            </a:r>
            <a:r>
              <a:rPr lang="en-US" altLang="zh-CN" sz="14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SOP</a:t>
            </a:r>
            <a:r>
              <a:rPr lang="zh-CN" altLang="en-US" sz="14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、项目管理、培训拉通、质检等多方面提出改进建议</a:t>
            </a:r>
            <a:endParaRPr lang="en-US" sz="14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88000" y="5039852"/>
            <a:ext cx="584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2000" y="5357352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548284" y="5230352"/>
            <a:ext cx="4627716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愿景目标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8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检测质量→制造质量</a:t>
            </a:r>
            <a:endParaRPr lang="en-US" sz="1100" dirty="0"/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lang="zh-CN" altLang="en-US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实现从“事后救火”向“预防管理”的职能转变，通过质量控制前置，从源头降低返工成本及审计风险</a:t>
            </a:r>
            <a:endParaRPr lang="en-US" b="1" dirty="0">
              <a:solidFill>
                <a:srgbClr val="FAD20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AE602B57-FFB8-66FF-038C-E12BE373C5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4" name="AutoShape 4">
            <a:extLst>
              <a:ext uri="{FF2B5EF4-FFF2-40B4-BE49-F238E27FC236}">
                <a16:creationId xmlns:a16="http://schemas.microsoft.com/office/drawing/2014/main" id="{D067D305-8EDF-4CC6-FF85-CD03EF91BCB5}"/>
              </a:ext>
            </a:extLst>
          </p:cNvPr>
          <p:cNvSpPr/>
          <p:nvPr/>
        </p:nvSpPr>
        <p:spPr>
          <a:xfrm>
            <a:off x="4276629" y="1654948"/>
            <a:ext cx="3216371" cy="4264069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4">
            <a:extLst>
              <a:ext uri="{FF2B5EF4-FFF2-40B4-BE49-F238E27FC236}">
                <a16:creationId xmlns:a16="http://schemas.microsoft.com/office/drawing/2014/main" id="{BE3FE968-4FA2-B2E3-698F-AAB9E21F16DA}"/>
              </a:ext>
            </a:extLst>
          </p:cNvPr>
          <p:cNvSpPr/>
          <p:nvPr/>
        </p:nvSpPr>
        <p:spPr>
          <a:xfrm>
            <a:off x="7945284" y="1654948"/>
            <a:ext cx="3141406" cy="4264069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519BB6F6-D81D-0C55-A49C-6B57F4BD2F94}"/>
              </a:ext>
            </a:extLst>
          </p:cNvPr>
          <p:cNvSpPr/>
          <p:nvPr/>
        </p:nvSpPr>
        <p:spPr>
          <a:xfrm>
            <a:off x="712852" y="1654950"/>
            <a:ext cx="3141406" cy="4264069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FY27 </a:t>
            </a:r>
            <a:r>
              <a:rPr lang="zh-CN" altLang="en-US" sz="32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财年展望</a:t>
            </a:r>
            <a:endParaRPr lang="zh-CN" altLang="en-US" sz="3200" b="1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984821" y="255891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精益深化、质控前置</a:t>
            </a:r>
            <a:endParaRPr lang="en-US" sz="2400" b="1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943897" y="3175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</a:pPr>
            <a:endParaRPr lang="zh-CN" altLang="en-US" sz="20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4699000" y="3175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</a:pPr>
            <a:endParaRPr lang="en-US" sz="20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8212185" y="2566069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深化落地、拓新研发</a:t>
            </a:r>
            <a:endParaRPr lang="en-US" sz="2400" b="1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984821" y="3018273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</a:pPr>
            <a:r>
              <a:rPr lang="zh-CN" altLang="en-US" sz="20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继续</a:t>
            </a:r>
            <a:r>
              <a:rPr lang="zh-CN" altLang="en-US" sz="20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推进底稿易错点质量控制前置</a:t>
            </a:r>
            <a:r>
              <a:rPr lang="en-US" altLang="zh-CN" sz="20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kaizen</a:t>
            </a:r>
            <a:r>
              <a:rPr lang="zh-CN" altLang="en-US" sz="20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项目，固化成果，持续跟进改善效果</a:t>
            </a:r>
            <a:endParaRPr lang="en-US" sz="20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9810" y="1763395"/>
            <a:ext cx="790920" cy="7909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568690" y="1905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7797" y="1872595"/>
            <a:ext cx="540405" cy="540405"/>
          </a:xfrm>
          <a:prstGeom prst="rect">
            <a:avLst/>
          </a:prstGeom>
        </p:spPr>
      </p:pic>
      <p:sp>
        <p:nvSpPr>
          <p:cNvPr id="25" name="AutoShape 5">
            <a:extLst>
              <a:ext uri="{FF2B5EF4-FFF2-40B4-BE49-F238E27FC236}">
                <a16:creationId xmlns:a16="http://schemas.microsoft.com/office/drawing/2014/main" id="{37FBD37A-8EFB-FE40-DEFF-FBBF5039B0C7}"/>
              </a:ext>
            </a:extLst>
          </p:cNvPr>
          <p:cNvSpPr/>
          <p:nvPr/>
        </p:nvSpPr>
        <p:spPr>
          <a:xfrm>
            <a:off x="730820" y="1637058"/>
            <a:ext cx="3123437" cy="144903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E6581EFA-8EBA-4C86-CF29-A8B45C5C0848}"/>
              </a:ext>
            </a:extLst>
          </p:cNvPr>
          <p:cNvSpPr/>
          <p:nvPr/>
        </p:nvSpPr>
        <p:spPr>
          <a:xfrm>
            <a:off x="4276628" y="1654948"/>
            <a:ext cx="3216372" cy="150287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55ABA9FB-7E5B-2BB4-8DED-569746154D32}"/>
              </a:ext>
            </a:extLst>
          </p:cNvPr>
          <p:cNvSpPr/>
          <p:nvPr/>
        </p:nvSpPr>
        <p:spPr>
          <a:xfrm>
            <a:off x="7945284" y="1653495"/>
            <a:ext cx="3141406" cy="142818"/>
          </a:xfrm>
          <a:prstGeom prst="roundRect">
            <a:avLst>
              <a:gd name="adj" fmla="val 0"/>
            </a:avLst>
          </a:prstGeom>
          <a:solidFill>
            <a:srgbClr val="FFE6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4" name="AutoShape 4">
            <a:extLst>
              <a:ext uri="{FF2B5EF4-FFF2-40B4-BE49-F238E27FC236}">
                <a16:creationId xmlns:a16="http://schemas.microsoft.com/office/drawing/2014/main" id="{BE4F4C0F-7F01-BE22-80AC-4D0C574449D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502771" y="2551396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带强队伍、做大交付</a:t>
            </a:r>
            <a:endParaRPr lang="en-US" sz="2400" b="1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5" name="Picture 18">
            <a:extLst>
              <a:ext uri="{FF2B5EF4-FFF2-40B4-BE49-F238E27FC236}">
                <a16:creationId xmlns:a16="http://schemas.microsoft.com/office/drawing/2014/main" id="{8F9DADEF-6FCD-B15D-63B2-116AD96F386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33950" y="1966246"/>
            <a:ext cx="427020" cy="427020"/>
          </a:xfrm>
          <a:prstGeom prst="rect">
            <a:avLst/>
          </a:prstGeom>
        </p:spPr>
      </p:pic>
      <p:pic>
        <p:nvPicPr>
          <p:cNvPr id="36" name="Picture 12">
            <a:extLst>
              <a:ext uri="{FF2B5EF4-FFF2-40B4-BE49-F238E27FC236}">
                <a16:creationId xmlns:a16="http://schemas.microsoft.com/office/drawing/2014/main" id="{AFF11C6C-AA1E-7366-3E41-C2F92455042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9810" y="1970525"/>
            <a:ext cx="457200" cy="457200"/>
          </a:xfrm>
          <a:prstGeom prst="rect">
            <a:avLst/>
          </a:prstGeom>
        </p:spPr>
      </p:pic>
      <p:sp>
        <p:nvSpPr>
          <p:cNvPr id="37" name="AutoShape 11">
            <a:extLst>
              <a:ext uri="{FF2B5EF4-FFF2-40B4-BE49-F238E27FC236}">
                <a16:creationId xmlns:a16="http://schemas.microsoft.com/office/drawing/2014/main" id="{F4821E38-1AB1-8D6D-5486-621F826F987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87814" y="3013264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</a:pPr>
            <a:r>
              <a:rPr lang="zh-CN" altLang="en-US" sz="20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向管理更大规模团队进阶，优化多项目并行下的资源配置，深化</a:t>
            </a:r>
            <a:r>
              <a:rPr lang="en-US" altLang="zh-CN" sz="20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20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应用，突破更高规模的交付产能</a:t>
            </a:r>
            <a:endParaRPr lang="en-US" sz="20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11">
            <a:extLst>
              <a:ext uri="{FF2B5EF4-FFF2-40B4-BE49-F238E27FC236}">
                <a16:creationId xmlns:a16="http://schemas.microsoft.com/office/drawing/2014/main" id="{D2B9998C-1717-48FD-D359-170AF9A54E8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212185" y="3013264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扩大已上线新底稿服务的承接规模；深度参与更多全新科目的非标底稿研发工作</a:t>
            </a:r>
            <a:endParaRPr lang="en-US" sz="20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099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/>
        </p:nvSpPr>
        <p:spPr>
          <a:xfrm>
            <a:off x="7134860" y="3960495"/>
            <a:ext cx="5053965" cy="958850"/>
          </a:xfrm>
          <a:custGeom>
            <a:avLst/>
            <a:gdLst>
              <a:gd name="connsiteX0" fmla="*/ 0 w 4788024"/>
              <a:gd name="connsiteY0" fmla="*/ 0 h 759788"/>
              <a:gd name="connsiteX1" fmla="*/ 4788024 w 4788024"/>
              <a:gd name="connsiteY1" fmla="*/ 0 h 759788"/>
              <a:gd name="connsiteX2" fmla="*/ 4788024 w 4788024"/>
              <a:gd name="connsiteY2" fmla="*/ 759788 h 759788"/>
              <a:gd name="connsiteX3" fmla="*/ 0 w 4788024"/>
              <a:gd name="connsiteY3" fmla="*/ 759788 h 759788"/>
              <a:gd name="connsiteX4" fmla="*/ 0 w 4788024"/>
              <a:gd name="connsiteY4" fmla="*/ 0 h 759788"/>
              <a:gd name="connsiteX0-1" fmla="*/ 513567 w 5301591"/>
              <a:gd name="connsiteY0-2" fmla="*/ 0 h 759788"/>
              <a:gd name="connsiteX1-3" fmla="*/ 5301591 w 5301591"/>
              <a:gd name="connsiteY1-4" fmla="*/ 0 h 759788"/>
              <a:gd name="connsiteX2-5" fmla="*/ 5301591 w 5301591"/>
              <a:gd name="connsiteY2-6" fmla="*/ 759788 h 759788"/>
              <a:gd name="connsiteX3-7" fmla="*/ 0 w 5301591"/>
              <a:gd name="connsiteY3-8" fmla="*/ 759788 h 759788"/>
              <a:gd name="connsiteX4-9" fmla="*/ 513567 w 5301591"/>
              <a:gd name="connsiteY4-10" fmla="*/ 0 h 759788"/>
              <a:gd name="connsiteX0-11" fmla="*/ 964504 w 5301591"/>
              <a:gd name="connsiteY0-12" fmla="*/ 0 h 759788"/>
              <a:gd name="connsiteX1-13" fmla="*/ 5301591 w 5301591"/>
              <a:gd name="connsiteY1-14" fmla="*/ 0 h 759788"/>
              <a:gd name="connsiteX2-15" fmla="*/ 5301591 w 5301591"/>
              <a:gd name="connsiteY2-16" fmla="*/ 759788 h 759788"/>
              <a:gd name="connsiteX3-17" fmla="*/ 0 w 5301591"/>
              <a:gd name="connsiteY3-18" fmla="*/ 759788 h 759788"/>
              <a:gd name="connsiteX4-19" fmla="*/ 964504 w 5301591"/>
              <a:gd name="connsiteY4-20" fmla="*/ 0 h 7597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301591" h="759788">
                <a:moveTo>
                  <a:pt x="964504" y="0"/>
                </a:moveTo>
                <a:lnTo>
                  <a:pt x="5301591" y="0"/>
                </a:lnTo>
                <a:lnTo>
                  <a:pt x="5301591" y="759788"/>
                </a:lnTo>
                <a:lnTo>
                  <a:pt x="0" y="759788"/>
                </a:lnTo>
                <a:lnTo>
                  <a:pt x="964504" y="0"/>
                </a:lnTo>
                <a:close/>
              </a:path>
            </a:pathLst>
          </a:custGeom>
          <a:solidFill>
            <a:schemeClr val="bg1">
              <a:lumMod val="5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</a:endParaRPr>
          </a:p>
        </p:txBody>
      </p:sp>
      <p:sp>
        <p:nvSpPr>
          <p:cNvPr id="15" name="矩形 3"/>
          <p:cNvSpPr/>
          <p:nvPr/>
        </p:nvSpPr>
        <p:spPr>
          <a:xfrm>
            <a:off x="3175" y="1785"/>
            <a:ext cx="9197519" cy="6854430"/>
          </a:xfrm>
          <a:custGeom>
            <a:avLst/>
            <a:gdLst>
              <a:gd name="connsiteX0" fmla="*/ 0 w 6918835"/>
              <a:gd name="connsiteY0" fmla="*/ 0 h 3891845"/>
              <a:gd name="connsiteX1" fmla="*/ 6918835 w 6918835"/>
              <a:gd name="connsiteY1" fmla="*/ 0 h 3891845"/>
              <a:gd name="connsiteX2" fmla="*/ 6918835 w 6918835"/>
              <a:gd name="connsiteY2" fmla="*/ 3891845 h 3891845"/>
              <a:gd name="connsiteX3" fmla="*/ 0 w 6918835"/>
              <a:gd name="connsiteY3" fmla="*/ 3891845 h 3891845"/>
              <a:gd name="connsiteX4" fmla="*/ 0 w 6918835"/>
              <a:gd name="connsiteY4" fmla="*/ 0 h 3891845"/>
              <a:gd name="connsiteX0-1" fmla="*/ 0 w 6918835"/>
              <a:gd name="connsiteY0-2" fmla="*/ 0 h 3891845"/>
              <a:gd name="connsiteX1-3" fmla="*/ 6918835 w 6918835"/>
              <a:gd name="connsiteY1-4" fmla="*/ 0 h 3891845"/>
              <a:gd name="connsiteX2-5" fmla="*/ 0 w 6918835"/>
              <a:gd name="connsiteY2-6" fmla="*/ 3891845 h 3891845"/>
              <a:gd name="connsiteX3-7" fmla="*/ 0 w 6918835"/>
              <a:gd name="connsiteY3-8" fmla="*/ 0 h 38918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918835" h="3891845">
                <a:moveTo>
                  <a:pt x="0" y="0"/>
                </a:moveTo>
                <a:lnTo>
                  <a:pt x="6918835" y="0"/>
                </a:lnTo>
                <a:lnTo>
                  <a:pt x="0" y="389184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2000" b="-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26640" y="4177078"/>
            <a:ext cx="41086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i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开启</a:t>
            </a:r>
            <a:r>
              <a:rPr lang="en-US" altLang="zh-CN" sz="3200" b="1" i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FY27</a:t>
            </a:r>
            <a:r>
              <a:rPr lang="zh-CN" altLang="en-US" sz="3200" b="1" i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新征程</a:t>
            </a:r>
          </a:p>
        </p:txBody>
      </p:sp>
      <p:sp>
        <p:nvSpPr>
          <p:cNvPr id="17" name="矩形 3"/>
          <p:cNvSpPr/>
          <p:nvPr/>
        </p:nvSpPr>
        <p:spPr>
          <a:xfrm flipV="1">
            <a:off x="3174" y="2416476"/>
            <a:ext cx="5957400" cy="4439739"/>
          </a:xfrm>
          <a:custGeom>
            <a:avLst/>
            <a:gdLst>
              <a:gd name="connsiteX0" fmla="*/ 0 w 6918835"/>
              <a:gd name="connsiteY0" fmla="*/ 0 h 3891845"/>
              <a:gd name="connsiteX1" fmla="*/ 6918835 w 6918835"/>
              <a:gd name="connsiteY1" fmla="*/ 0 h 3891845"/>
              <a:gd name="connsiteX2" fmla="*/ 6918835 w 6918835"/>
              <a:gd name="connsiteY2" fmla="*/ 3891845 h 3891845"/>
              <a:gd name="connsiteX3" fmla="*/ 0 w 6918835"/>
              <a:gd name="connsiteY3" fmla="*/ 3891845 h 3891845"/>
              <a:gd name="connsiteX4" fmla="*/ 0 w 6918835"/>
              <a:gd name="connsiteY4" fmla="*/ 0 h 3891845"/>
              <a:gd name="connsiteX0-1" fmla="*/ 0 w 6918835"/>
              <a:gd name="connsiteY0-2" fmla="*/ 0 h 3891845"/>
              <a:gd name="connsiteX1-3" fmla="*/ 6918835 w 6918835"/>
              <a:gd name="connsiteY1-4" fmla="*/ 0 h 3891845"/>
              <a:gd name="connsiteX2-5" fmla="*/ 0 w 6918835"/>
              <a:gd name="connsiteY2-6" fmla="*/ 3891845 h 3891845"/>
              <a:gd name="connsiteX3-7" fmla="*/ 0 w 6918835"/>
              <a:gd name="connsiteY3-8" fmla="*/ 0 h 38918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918835" h="3891845">
                <a:moveTo>
                  <a:pt x="0" y="0"/>
                </a:moveTo>
                <a:lnTo>
                  <a:pt x="6918835" y="0"/>
                </a:lnTo>
                <a:lnTo>
                  <a:pt x="0" y="389184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18" name="矩形 3"/>
          <p:cNvSpPr/>
          <p:nvPr/>
        </p:nvSpPr>
        <p:spPr>
          <a:xfrm>
            <a:off x="2449494" y="2437587"/>
            <a:ext cx="9739331" cy="1078011"/>
          </a:xfrm>
          <a:custGeom>
            <a:avLst/>
            <a:gdLst>
              <a:gd name="connsiteX0" fmla="*/ 0 w 4788024"/>
              <a:gd name="connsiteY0" fmla="*/ 0 h 759788"/>
              <a:gd name="connsiteX1" fmla="*/ 4788024 w 4788024"/>
              <a:gd name="connsiteY1" fmla="*/ 0 h 759788"/>
              <a:gd name="connsiteX2" fmla="*/ 4788024 w 4788024"/>
              <a:gd name="connsiteY2" fmla="*/ 759788 h 759788"/>
              <a:gd name="connsiteX3" fmla="*/ 0 w 4788024"/>
              <a:gd name="connsiteY3" fmla="*/ 759788 h 759788"/>
              <a:gd name="connsiteX4" fmla="*/ 0 w 4788024"/>
              <a:gd name="connsiteY4" fmla="*/ 0 h 759788"/>
              <a:gd name="connsiteX0-1" fmla="*/ 513567 w 5301591"/>
              <a:gd name="connsiteY0-2" fmla="*/ 0 h 759788"/>
              <a:gd name="connsiteX1-3" fmla="*/ 5301591 w 5301591"/>
              <a:gd name="connsiteY1-4" fmla="*/ 0 h 759788"/>
              <a:gd name="connsiteX2-5" fmla="*/ 5301591 w 5301591"/>
              <a:gd name="connsiteY2-6" fmla="*/ 759788 h 759788"/>
              <a:gd name="connsiteX3-7" fmla="*/ 0 w 5301591"/>
              <a:gd name="connsiteY3-8" fmla="*/ 759788 h 759788"/>
              <a:gd name="connsiteX4-9" fmla="*/ 513567 w 5301591"/>
              <a:gd name="connsiteY4-10" fmla="*/ 0 h 759788"/>
              <a:gd name="connsiteX0-11" fmla="*/ 964504 w 5301591"/>
              <a:gd name="connsiteY0-12" fmla="*/ 0 h 759788"/>
              <a:gd name="connsiteX1-13" fmla="*/ 5301591 w 5301591"/>
              <a:gd name="connsiteY1-14" fmla="*/ 0 h 759788"/>
              <a:gd name="connsiteX2-15" fmla="*/ 5301591 w 5301591"/>
              <a:gd name="connsiteY2-16" fmla="*/ 759788 h 759788"/>
              <a:gd name="connsiteX3-17" fmla="*/ 0 w 5301591"/>
              <a:gd name="connsiteY3-18" fmla="*/ 759788 h 759788"/>
              <a:gd name="connsiteX4-19" fmla="*/ 964504 w 5301591"/>
              <a:gd name="connsiteY4-20" fmla="*/ 0 h 7597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301591" h="759788">
                <a:moveTo>
                  <a:pt x="964504" y="0"/>
                </a:moveTo>
                <a:lnTo>
                  <a:pt x="5301591" y="0"/>
                </a:lnTo>
                <a:lnTo>
                  <a:pt x="5301591" y="759788"/>
                </a:lnTo>
                <a:lnTo>
                  <a:pt x="0" y="759788"/>
                </a:lnTo>
                <a:lnTo>
                  <a:pt x="964504" y="0"/>
                </a:lnTo>
                <a:close/>
              </a:path>
            </a:pathLst>
          </a:cu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63995" y="2500409"/>
            <a:ext cx="3688287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4800" b="1" i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感谢聆听！</a:t>
            </a:r>
          </a:p>
        </p:txBody>
      </p:sp>
      <p:sp>
        <p:nvSpPr>
          <p:cNvPr id="2" name="矩形 3"/>
          <p:cNvSpPr/>
          <p:nvPr/>
        </p:nvSpPr>
        <p:spPr>
          <a:xfrm flipV="1">
            <a:off x="3176" y="2415949"/>
            <a:ext cx="5960503" cy="4442051"/>
          </a:xfrm>
          <a:custGeom>
            <a:avLst/>
            <a:gdLst>
              <a:gd name="connsiteX0" fmla="*/ 0 w 6918835"/>
              <a:gd name="connsiteY0" fmla="*/ 0 h 3891845"/>
              <a:gd name="connsiteX1" fmla="*/ 6918835 w 6918835"/>
              <a:gd name="connsiteY1" fmla="*/ 0 h 3891845"/>
              <a:gd name="connsiteX2" fmla="*/ 6918835 w 6918835"/>
              <a:gd name="connsiteY2" fmla="*/ 3891845 h 3891845"/>
              <a:gd name="connsiteX3" fmla="*/ 0 w 6918835"/>
              <a:gd name="connsiteY3" fmla="*/ 3891845 h 3891845"/>
              <a:gd name="connsiteX4" fmla="*/ 0 w 6918835"/>
              <a:gd name="connsiteY4" fmla="*/ 0 h 3891845"/>
              <a:gd name="connsiteX0-1" fmla="*/ 0 w 6918835"/>
              <a:gd name="connsiteY0-2" fmla="*/ 0 h 3891845"/>
              <a:gd name="connsiteX1-3" fmla="*/ 6918835 w 6918835"/>
              <a:gd name="connsiteY1-4" fmla="*/ 0 h 3891845"/>
              <a:gd name="connsiteX2-5" fmla="*/ 0 w 6918835"/>
              <a:gd name="connsiteY2-6" fmla="*/ 3891845 h 3891845"/>
              <a:gd name="connsiteX3-7" fmla="*/ 0 w 6918835"/>
              <a:gd name="connsiteY3-8" fmla="*/ 0 h 38918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918835" h="3891845">
                <a:moveTo>
                  <a:pt x="0" y="0"/>
                </a:moveTo>
                <a:lnTo>
                  <a:pt x="6918835" y="0"/>
                </a:lnTo>
                <a:lnTo>
                  <a:pt x="0" y="3891845"/>
                </a:lnTo>
                <a:lnTo>
                  <a:pt x="0" y="0"/>
                </a:lnTo>
                <a:close/>
              </a:path>
            </a:pathLst>
          </a:cu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2400" kern="1200" dirty="0">
              <a:cs typeface="+mn-ea"/>
              <a:sym typeface="+mn-lt"/>
            </a:endParaRPr>
          </a:p>
        </p:txBody>
      </p:sp>
      <p:pic>
        <p:nvPicPr>
          <p:cNvPr id="205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911" y="5971978"/>
            <a:ext cx="2241550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0,&quot;left&quot;:80,&quot;top&quot;:420,&quot;width&quot;:5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0,&quot;left&quot;:80,&quot;top&quot;:420,&quot;width&quot;:5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0,&quot;left&quot;:80,&quot;top&quot;:420,&quot;width&quot;:5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0,&quot;left&quot;:80,&quot;top&quot;:420,&quot;width&quot;:5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0,&quot;left&quot;:80,&quot;top&quot;:420,&quot;width&quot;:5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0,&quot;left&quot;:80,&quot;top&quot;:420,&quot;width&quot;:5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50,&quot;width&quot;:8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50,&quot;width&quot;:8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50,&quot;width&quot;:8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50,&quot;width&quot;:8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50,&quot;width&quot;:8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80263DC9D4A143879BC7D015168109" ma:contentTypeVersion="2" ma:contentTypeDescription="Create a new document." ma:contentTypeScope="" ma:versionID="921b65422f0db995ad39d3a7c5ac144f">
  <xsd:schema xmlns:xsd="http://www.w3.org/2001/XMLSchema" xmlns:xs="http://www.w3.org/2001/XMLSchema" xmlns:p="http://schemas.microsoft.com/office/2006/metadata/properties" xmlns:ns2="3bf166d3-23f1-49f6-adbe-bf7c91d60b9c" targetNamespace="http://schemas.microsoft.com/office/2006/metadata/properties" ma:root="true" ma:fieldsID="a92e8db3f619b375e64e3a5f3357f066" ns2:_="">
    <xsd:import namespace="3bf166d3-23f1-49f6-adbe-bf7c91d60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166d3-23f1-49f6-adbe-bf7c91d60b9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9525A6-EB3D-4BBD-AC4C-2C8E99AD514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292192A-6949-4180-A562-8E98BB0C31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25799C-99DF-4843-9540-32A31CD1C3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f166d3-23f1-49f6-adbe-bf7c91d60b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2261</Words>
  <Application>Microsoft Office PowerPoint</Application>
  <PresentationFormat>宽屏</PresentationFormat>
  <Paragraphs>101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Noto Sans SC</vt:lpstr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Taffy Tian</cp:lastModifiedBy>
  <cp:revision>15</cp:revision>
  <dcterms:created xsi:type="dcterms:W3CDTF">2026-05-21T09:38:00Z</dcterms:created>
  <dcterms:modified xsi:type="dcterms:W3CDTF">2026-05-29T06:37:43Z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96167932A536419FBCF365D72AF037F6_12</vt:lpwstr>
  </property>
  <property fmtid="{D5CDD505-2E9C-101B-9397-08002B2CF9AE}" pid="4" name="ContentTypeId">
    <vt:lpwstr>0x0101008580263DC9D4A143879BC7D015168109</vt:lpwstr>
  </property>
</Properties>
</file>